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SINO-SIGNALS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中国信号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Mobility &amp; Transportation Intelligence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中国出行与交通情报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8, 2026  /  2026年4月8日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josephpress.com/sino-signals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Signals  /  四大信号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822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51560"/>
            <a:ext cx="54864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515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1612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eVTOL &amp; Low-Altitude Economy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1508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低空经济与eVTOL商业化元年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0" y="1280160"/>
            <a:ext cx="1188720" cy="347472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011680"/>
            <a:ext cx="54864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0116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21214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Robotaxi Profitability Milestone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45920" y="2468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Robotaxi双城盈利突破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2240280"/>
            <a:ext cx="1188720" cy="347472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971800"/>
            <a:ext cx="7680960" cy="822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2971800"/>
            <a:ext cx="54864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9718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30815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 Exports Enter 2.0 Era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45920" y="3429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新能源汽车出海2.0时代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3200400"/>
            <a:ext cx="1188720" cy="347472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93192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9319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645920" y="40416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Connected Vehicle Standards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45920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智能网联汽车标准与车路云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4160520"/>
            <a:ext cx="1188720" cy="34747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28600"/>
            <a:ext cx="41148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Low-Altitude Economy Hits 1.5 Trillion Yuan as eVTOL Enters Commercial Ops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4572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万亿低空经济启幕：2026年从试点飞行迈向常态运营元年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822960"/>
            <a:ext cx="2286000" cy="914400"/>
          </a:xfrm>
          <a:prstGeom prst="rect">
            <a:avLst/>
          </a:prstGeom>
          <a:solidFill>
            <a:srgbClr val="0F172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822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1.5T 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Low-altitude economy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市场规模 (2025)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08960" y="8229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08960" y="1005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low-altitude economy reached 1.5 trillion yuan in 2025. Over 100,000 enterprises operate in the sector with 25,000 new registrations in 2025 (162% growth). EHang holds China's first passenger eVTOL type certificate. Meituan completed 600,000+ drone deliveries. Shenzhen plans 1,200+ landing pads by end of 2026.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3886200" cy="1234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920240"/>
            <a:ext cx="3886200" cy="320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9933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SCALE  中国规模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2212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Low-altitude economy written into the 15th Five-Year Plan as a strategic industry. Five ministries mandate 90%+ ground comms coverage for low-altitude routes by 2027. Guangzhou planned 100+ permanent landing sites. 17.9 million patents filed, 56% invention patents.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920240"/>
            <a:ext cx="3886200" cy="1234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920240"/>
            <a:ext cx="3886200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9933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IMPACT  全球影响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92040" y="2212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Joby and Archer remain in pre-commercial testing, EHang is deploying in Thailand with 100+ aircraft planned across 20 zones by end of 2026. Chinese eVTOL standards will become the reference for SE Asia and Middle East markets.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8046720" cy="685800"/>
          </a:xfrm>
          <a:prstGeom prst="rect">
            <a:avLst/>
          </a:prstGeom>
          <a:solidFill>
            <a:srgbClr val="0F172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38328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MORNING  周一行动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359359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Shenzhen's 1,200-pad buildout as a template for low-altitude infrastructure at city scale. Track China's 17.9M patent filings for licensing and standards-setting leverage.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2062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澎湃新闻 (The Paper)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28600"/>
            <a:ext cx="41148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Pony.ai Achieves Per-Vehicle Profitability in Two Cities, Fleet Targeting 3,000+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4572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小马智行双城单车盈利，中国Robotaxi车队突破三千辆迈向规模化盈利拐点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822960"/>
            <a:ext cx="2286000" cy="914400"/>
          </a:xfrm>
          <a:prstGeom prst="rect">
            <a:avLst/>
          </a:prstGeom>
          <a:solidFill>
            <a:srgbClr val="0F172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822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¥338/day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per vehicle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单车日净收入 (Shenzhen)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08960" y="8229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08960" y="1005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Pony.ai achieved monthly per-vehicle profit in Shenzhen (Feb 2026), after Guangzhou (Nov 2025). Fleet: 1,159 vehicles, targeting 3,000+ by year-end. Hardware costs down 70%, lidar down 68%. Baidu Luobot: 3.4M rides in Q4 2025 (209% YoY). WeRide: 1,023 vehicles, targeting Abu Dhabi profitability Q1 2026.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3886200" cy="1234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920240"/>
            <a:ext cx="3886200" cy="320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9933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SCALE  中国规模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2212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operators each run fleets exceeding 1,000 vehicles, past the commercial-scale threshold. Shenzhen's 23 daily orders per vehicle at 338 yuan net proves unit economics in high-density Chinese cities. Cost reductions are hardware-driven and structural.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920240"/>
            <a:ext cx="3886200" cy="1234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920240"/>
            <a:ext cx="3886200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9933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IMPACT  全球影响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92040" y="2212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Robotaxi operators prove commercial viability 2-3 years ahead of Western competitors. WeRide's Abu Dhabi profitability signals economics transfer internationally. Sub-$30K hardware kits and multi-city playbooks position Chinese operators for the projected $666B global market by 2030.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8046720" cy="685800"/>
          </a:xfrm>
          <a:prstGeom prst="rect">
            <a:avLst/>
          </a:prstGeom>
          <a:solidFill>
            <a:srgbClr val="0F172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38328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MORNING  周一行动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359359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Pony.ai's 338 yuan/day economics against your fleet cost structure. Study Shenzhen/Guangzhou approval frameworks for international regulatory benchmarking.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2062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证券时报 (Securities Times)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28600"/>
            <a:ext cx="41148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NEV Exports Surge 110% as Overseas Factories Rise From Hungary to Thailand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4572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中国新能源汽车出海进入2.0时代：出口激增110%，匈牙利到泰国海外建厂加速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822960"/>
            <a:ext cx="2286000" cy="914400"/>
          </a:xfrm>
          <a:prstGeom prst="rect">
            <a:avLst/>
          </a:prstGeom>
          <a:solidFill>
            <a:srgbClr val="0F172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822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583K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 exports Jan-Feb 2026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出口量 (前两月, +110% YoY)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08960" y="8229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08960" y="1005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Jan-Feb 2026: 583,000 NEV exports (+110% YoY), over 40% of total auto exports. BYD targets 1.3M overseas units. SAIC targets 1.5M. BYD's Hungarian factory (300K capacity) expected Q2 2026. Great Wall's Brazil plant: 200K capacity. Changan Thailand: 90% local sourcing target.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3886200" cy="1234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920240"/>
            <a:ext cx="3886200" cy="320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9933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SCALE  中国规模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2212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 exports grew from 223K to 2.615M units between 2020-2025, a 12x increase. The shift to local manufacturing bypasses EU tariffs and meets local content rules. Geely targets 640K overseas (+50%). XPeng doubles to 90K. This is an industrial transplant, not just an export wave.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920240"/>
            <a:ext cx="3886200" cy="1234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920240"/>
            <a:ext cx="3886200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9933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IMPACT  全球影响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92040" y="2212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automakers face Chinese EVs 20-30% cheaper plus Chinese-owned local factories qualifying for domestic subsidies. BYD Hungary adds 300K units of EU-compliant capacity. 50%+ local sourcing pulls European tier-1 suppliers into Chinese cost-optimized supply chains.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8046720" cy="685800"/>
          </a:xfrm>
          <a:prstGeom prst="rect">
            <a:avLst/>
          </a:prstGeom>
          <a:solidFill>
            <a:srgbClr val="0F172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38328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MORNING  周一行动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359359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BYD Hungary production timeline against your own EV launches in the same segments. NEV factory buildouts create demand for technicians trained on Chinese EV platforms.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2062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36氪 (36Kr)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28600"/>
            <a:ext cx="41148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ICV Standards Released, Vehicle-Road-Cloud Integration Expands to 20 Pilot Cities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4572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中国发布12项智能网联汽车标准，车路云一体化试点扩至20城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822960"/>
            <a:ext cx="2286000" cy="914400"/>
          </a:xfrm>
          <a:prstGeom prst="rect">
            <a:avLst/>
          </a:prstGeom>
          <a:solidFill>
            <a:srgbClr val="0F172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822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5G/V2X in new cars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新车V2X搭载率目标 (2026)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08960" y="8229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08960" y="1005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March 28, 2026, 12 standards released across two series: 'Collaborative ICV Based on Advanced Mobile Communications' and 'Intelligent Driving on Complex Roads.' 20 pilot cities building roadside perception + cloud platforms. Target: 50%+ new car 5G/V2X rate. 7 automakers integrating V2X into 2026 models.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3886200" cy="1234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920240"/>
            <a:ext cx="3886200" cy="320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9933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SCALE  中国规模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2212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country builds vehicle-road-cloud at this scale. 20 cities simultaneously deploy roadside sensors, comms, and cloud platforms. The 5 most advanced L4 cities have 100K+ vehicles and 20B+ yuan in industry chain value. Millions of V2X-equipped vehicles by year-end.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920240"/>
            <a:ext cx="3886200" cy="1234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920240"/>
            <a:ext cx="3886200" cy="320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9933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IMPACT  全球影响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92040" y="22128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creates a two-tier AV ecosystem: vehicles with infrastructure support and those without. Chinese cars designed around V2X data create capabilities unreplicable in markets lacking equivalent infrastructure. This advantages Chinese systems wherever comparable networks are built.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8046720" cy="685800"/>
          </a:xfrm>
          <a:prstGeom prst="rect">
            <a:avLst/>
          </a:prstGeom>
          <a:solidFill>
            <a:srgbClr val="0F172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38328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MORNING  周一行动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359359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whether your AV architecture can leverage V2X data or is locked into camera-lidar only. Study the 20 pilot city frameworks; they will shape international standards within 3 years.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2062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证券时报 (Securities Times)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SINO-SIGNALS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AI intelligence from Chinese-language sources.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IFTF foresight methodology for Western leaders.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每日中文源AI情报，运用IFTF前瞻方法论服务西方决策者。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josephpress.com/sino-signals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Press  /  josephpress1@gmail.com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Sino-Signals: China Mobility &amp; Transportation Intelligence | April 8, 2026</dc:title>
  <dc:subject>PptxGenJS Presentation</dc:subject>
  <dc:creator>Joseph Press / Sino-Signals</dc:creator>
  <cp:lastModifiedBy>Joseph Press / Sino-Signals</cp:lastModifiedBy>
  <cp:revision>1</cp:revision>
  <dcterms:created xsi:type="dcterms:W3CDTF">2026-04-07T22:44:45Z</dcterms:created>
  <dcterms:modified xsi:type="dcterms:W3CDTF">2026-04-07T22:44:45Z</dcterms:modified>
</cp:coreProperties>
</file>